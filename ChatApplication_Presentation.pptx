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FB"/>
          </a:solidFill>
          <a:ln w="12700">
            <a:solidFill>
              <a:srgbClr val="00C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3474720" cy="3474720"/>
          </a:xfrm>
          <a:prstGeom prst="ellipse">
            <a:avLst/>
          </a:prstGeom>
          <a:solidFill>
            <a:srgbClr val="1A3A5C">
              <a:alpha val="60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548640"/>
            <a:ext cx="2377440" cy="2377440"/>
          </a:xfrm>
          <a:prstGeom prst="ellipse">
            <a:avLst/>
          </a:prstGeom>
          <a:solidFill>
            <a:srgbClr val="00C6FB">
              <a:alpha val="25000"/>
            </a:srgbClr>
          </a:solidFill>
          <a:ln w="12700">
            <a:solidFill>
              <a:srgbClr val="00C6FB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00C6FB">
              <a:alpha val="85000"/>
            </a:srgbClr>
          </a:solidFill>
          <a:ln w="12700">
            <a:solidFill>
              <a:srgbClr val="00C6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05156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38912" y="192024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38912" y="2880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• Spring Boot • React.js • MySQL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912" y="3977640"/>
            <a:ext cx="1920240" cy="841248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40050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" y="43708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87752" y="3977640"/>
            <a:ext cx="1920240" cy="841248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87752" y="40050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87752" y="43708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36592" y="3977640"/>
            <a:ext cx="1920240" cy="841248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40050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36592" y="43708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85432" y="3977640"/>
            <a:ext cx="1920240" cy="841248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85432" y="40050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85432" y="43708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0392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91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feature-complete messaging platform enabling instant communication with modern web technologies. Designed for scalability, responsiveness, and real-time performance.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874520"/>
            <a:ext cx="2743200" cy="10972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299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46888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instant, reliable messaging between users across devices without page refresh or polling delays.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82112" y="187452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1874520"/>
            <a:ext cx="2743200" cy="109728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20299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9272" y="246888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communication — WebSocket for real-time chat, REST APIs for authentication, user management, and data retrieval.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9904" y="187452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1874520"/>
            <a:ext cx="27432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20299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27064" y="246888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working chat app with 1:1 messaging, group chats, presence detection, and offline notifications.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91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14800" cy="384048"/>
          </a:xfrm>
          <a:prstGeom prst="rect">
            <a:avLst/>
          </a:prstGeom>
          <a:solidFill>
            <a:srgbClr val="0099CC">
              <a:alpha val="85000"/>
            </a:srgbClr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60120"/>
            <a:ext cx="3895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4114800" cy="420624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63040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" y="1655064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 (LTS)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938528"/>
            <a:ext cx="4114800" cy="420624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956816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9768" y="214884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+ embedded Tomcat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432304"/>
            <a:ext cx="4114800" cy="420624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450592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29768" y="2642616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dependency mgmt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4114800" cy="420624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944368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29768" y="313639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419856"/>
            <a:ext cx="4114800" cy="420624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438144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29768" y="3630168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/ Hibernate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913632"/>
            <a:ext cx="4114800" cy="420624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931920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9768" y="4123944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authorization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407408"/>
            <a:ext cx="4114800" cy="420624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4425696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+ STOMP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29768" y="461772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960120"/>
            <a:ext cx="4114800" cy="384048"/>
          </a:xfrm>
          <a:prstGeom prst="rect">
            <a:avLst/>
          </a:prstGeom>
          <a:solidFill>
            <a:srgbClr val="00C6FB">
              <a:alpha val="85000"/>
            </a:srgbClr>
          </a:solidFill>
          <a:ln w="12700">
            <a:solidFill>
              <a:srgbClr val="00C6F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960120"/>
            <a:ext cx="3895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1444752"/>
            <a:ext cx="4114800" cy="420624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1463040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18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64608" y="1655064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 library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1938528"/>
            <a:ext cx="4114800" cy="420624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1956816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64608" y="214884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state management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2432304"/>
            <a:ext cx="4114800" cy="420624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2450592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UI 5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864608" y="2642616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component library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2926080"/>
            <a:ext cx="4114800" cy="420624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2944368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864608" y="313639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for REST APIs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3419856"/>
            <a:ext cx="4114800" cy="420624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3438144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SockJS + STOMP.js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864608" y="3630168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client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54880" y="3913632"/>
            <a:ext cx="4114800" cy="420624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3931920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6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864608" y="4123944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navigation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4407408"/>
            <a:ext cx="4114800" cy="420624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4425696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864608" y="461772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 &amp; styling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91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566928"/>
          </a:xfrm>
          <a:prstGeom prst="rect">
            <a:avLst/>
          </a:prstGeom>
          <a:solidFill>
            <a:srgbClr val="1A73E8">
              <a:alpha val="88000"/>
            </a:srgbClr>
          </a:solidFill>
          <a:ln w="12700">
            <a:solidFill>
              <a:srgbClr val="1A73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128016" cy="56692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881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SPA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44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| Redux | Axios | SockJS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34840" y="1627632"/>
            <a:ext cx="0" cy="219456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20040" y="1719072"/>
            <a:ext cx="8503920" cy="566928"/>
          </a:xfrm>
          <a:prstGeom prst="rect">
            <a:avLst/>
          </a:prstGeom>
          <a:solidFill>
            <a:srgbClr val="0099CC">
              <a:alpha val="88000"/>
            </a:srgbClr>
          </a:solidFill>
          <a:ln w="12700">
            <a:solidFill>
              <a:srgbClr val="0099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719072"/>
            <a:ext cx="128016" cy="566928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55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(HTTP)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011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Controllers | JWT Security | DTO Layer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2295144"/>
            <a:ext cx="0" cy="219456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20040" y="2386584"/>
            <a:ext cx="8503920" cy="566928"/>
          </a:xfrm>
          <a:prstGeom prst="rect">
            <a:avLst/>
          </a:prstGeom>
          <a:solidFill>
            <a:srgbClr val="7C3AED">
              <a:alpha val="88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386584"/>
            <a:ext cx="128016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(STOMP)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6791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Broker | @MessageMapping | Presence Events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34840" y="2962656"/>
            <a:ext cx="0" cy="219456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20040" y="3054096"/>
            <a:ext cx="8503920" cy="566928"/>
          </a:xfrm>
          <a:prstGeom prst="rect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054096"/>
            <a:ext cx="128016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090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3467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| Notifications | Group Management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34840" y="3630168"/>
            <a:ext cx="0" cy="219456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20040" y="3721608"/>
            <a:ext cx="8503920" cy="566928"/>
          </a:xfrm>
          <a:prstGeom prst="rect">
            <a:avLst/>
          </a:prstGeom>
          <a:solidFill>
            <a:srgbClr val="10B981">
              <a:alpha val="88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721608"/>
            <a:ext cx="128016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7581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JPA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0142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| Messages | Conversations | Groups | Notifications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91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06240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109728" cy="11887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2471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1247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Auth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149047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sign-up, BCrypt password hashing, JWT token-based authentication for all sessions.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206240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109728" cy="1188720"/>
          </a:xfrm>
          <a:prstGeom prst="rect">
            <a:avLst/>
          </a:prstGeom>
          <a:solidFill>
            <a:srgbClr val="00C6FB"/>
          </a:solidFill>
          <a:ln w="12700">
            <a:solidFill>
              <a:srgbClr val="00C6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2471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1247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1:1 Messaging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37760" y="149047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delivery via WebSocket/STOMP. Messages persisted to MySQL with timestamps.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359152"/>
            <a:ext cx="4206240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59152"/>
            <a:ext cx="109728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323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4323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Chat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2798064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groups, add/remove members. Messages broadcast to all subscribers simultaneously.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359152"/>
            <a:ext cx="4206240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59152"/>
            <a:ext cx="10972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4323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4323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Detection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37760" y="2798064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online/offline status via WebSocket connect/disconnect lifecycle events.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666744"/>
            <a:ext cx="4206240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666744"/>
            <a:ext cx="10972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3989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37398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Notifications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4105656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 message alerts stored in DB; displayed on next login with badge count.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666744"/>
            <a:ext cx="4206240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66744"/>
            <a:ext cx="109728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73989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37398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Logout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937760" y="4105656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cleared client-side, status set OFFLINE, WebSocket connection gracefully closed.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91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508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1508760" cy="47548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9728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029968"/>
            <a:ext cx="1325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opens SockJS connection to /ws endpoint on login. JWT validated in ChannelInterceptor.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46504" y="1335024"/>
            <a:ext cx="2011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47672" y="1097280"/>
            <a:ext cx="1508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47672" y="1097280"/>
            <a:ext cx="1508760" cy="475488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47672" y="109728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39112" y="1645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39112" y="2029968"/>
            <a:ext cx="1325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subscribes to /queue/user/{id} for private msgs and /topic/group/{id} for groups.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65576" y="1335024"/>
            <a:ext cx="2011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66744" y="1097280"/>
            <a:ext cx="1508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66744" y="1097280"/>
            <a:ext cx="150876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66744" y="109728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758184" y="1645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58184" y="2029968"/>
            <a:ext cx="1325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sends message → published to /app/chat.sendMessage. @MessageMapping handler processes.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84648" y="1335024"/>
            <a:ext cx="2011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85816" y="1097280"/>
            <a:ext cx="1508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85816" y="1097280"/>
            <a:ext cx="150876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85816" y="109728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77256" y="1645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77256" y="2029968"/>
            <a:ext cx="1325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saved to MySQL via JPA. Notification created if recipient is OFFLINE.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03720" y="1335024"/>
            <a:ext cx="2011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04888" y="1097280"/>
            <a:ext cx="1508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04888" y="1097280"/>
            <a:ext cx="150876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04888" y="109728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96328" y="1645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96328" y="2029968"/>
            <a:ext cx="1325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routes to /queue/user/{recipientId}. Recipient's Redux store updates, UI re-renders.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91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1115568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60520" cy="384048"/>
          </a:xfrm>
          <a:prstGeom prst="rect">
            <a:avLst/>
          </a:prstGeom>
          <a:solidFill>
            <a:srgbClr val="1A73E8">
              <a:alpha val="85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607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4630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· username · email · passwordHash · status · lastSeen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60520" cy="1115568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4160520" cy="384048"/>
          </a:xfrm>
          <a:prstGeom prst="rect">
            <a:avLst/>
          </a:prstGeom>
          <a:solidFill>
            <a:srgbClr val="0099CC">
              <a:alpha val="85000"/>
            </a:srgbClr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607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18888" y="14630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message_id · content · timestamp · isRead · conversation_id · sender_id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4160520" cy="1115568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31720"/>
            <a:ext cx="4160520" cy="384048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3865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27889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conversation_id · type (PRIVATE|GROUP) · createdAt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331720"/>
            <a:ext cx="4160520" cy="1115568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331720"/>
            <a:ext cx="4160520" cy="384048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3865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18888" y="27889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group_id · name · description · admin_id · createdAt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87168" y="3657600"/>
            <a:ext cx="4160520" cy="1115568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487168" y="3657600"/>
            <a:ext cx="4160520" cy="384048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24328" y="37124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96896" y="41148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notification_id · content · isRead · createdAt · recipient_id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91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875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9875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77840" y="987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859536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426464"/>
            <a:ext cx="749808" cy="219456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2646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70432" y="1371600"/>
            <a:ext cx="4315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/api/auth/register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577840" y="1371600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new user account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728216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83080"/>
            <a:ext cx="749808" cy="219456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8308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70432" y="1728216"/>
            <a:ext cx="4315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577840" y="172821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&amp; return JWT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084832"/>
            <a:ext cx="859536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139696"/>
            <a:ext cx="749808" cy="219456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13969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70432" y="2084832"/>
            <a:ext cx="4315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/api/auth/logout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77840" y="2084832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&amp; set status OFFLINE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441448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496312"/>
            <a:ext cx="749808" cy="219456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49631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70432" y="2441448"/>
            <a:ext cx="4315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577840" y="2441448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registered users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798064"/>
            <a:ext cx="859536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2852928"/>
            <a:ext cx="749808" cy="219456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85292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70432" y="2798064"/>
            <a:ext cx="4315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/api/users/{id}/status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77840" y="279806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user online/offline status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154680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209544"/>
            <a:ext cx="749808" cy="219456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20954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70432" y="3154680"/>
            <a:ext cx="4315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/api/conversations/{id}/messages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577840" y="3154680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message history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3511296"/>
            <a:ext cx="859536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3566160"/>
            <a:ext cx="749808" cy="219456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56616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70432" y="3511296"/>
            <a:ext cx="4315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/api/groups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77840" y="351129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group chat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3867912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" y="3922776"/>
            <a:ext cx="749808" cy="219456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92277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70432" y="3867912"/>
            <a:ext cx="4315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/api/groups/{id}/members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577840" y="3867912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member to group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4320" y="4224528"/>
            <a:ext cx="859536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040" y="4279392"/>
            <a:ext cx="749808" cy="219456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427939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70432" y="4224528"/>
            <a:ext cx="4315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/api/notifications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577840" y="4224528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unread notifications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" y="4581144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" y="4636008"/>
            <a:ext cx="749808" cy="219456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463600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70432" y="4581144"/>
            <a:ext cx="4315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/api/notifications/{id}/read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577840" y="458114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notification as read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Challenges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91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023360" cy="384048"/>
          </a:xfrm>
          <a:prstGeom prst="rect">
            <a:avLst/>
          </a:prstGeom>
          <a:solidFill>
            <a:srgbClr val="0099CC">
              <a:alpha val="85000"/>
            </a:srgbClr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87552"/>
            <a:ext cx="3803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402336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721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Mockito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16824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&amp; JWT unit tests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402336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848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MockMvc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22951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integration tests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670048"/>
            <a:ext cx="402336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974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DataJpaTest + H2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" y="29077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&amp; query tests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282696"/>
            <a:ext cx="402336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3101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Testing Lib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1480" y="35204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&amp; Redux tests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895344"/>
            <a:ext cx="402336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9227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1480" y="41330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scenario testing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987552"/>
            <a:ext cx="4023360" cy="384048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987552"/>
            <a:ext cx="3803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SOLVED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1444752"/>
            <a:ext cx="402336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14721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Auth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83480" y="16824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validated via ChannelInterceptor on STOMP CONNECT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2057400"/>
            <a:ext cx="402336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0848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Order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83480" y="22951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timestamps + Redux sort before render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2670048"/>
            <a:ext cx="402336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6974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Accuracy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983480" y="29077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+ server-side timeout to detect tab crashes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3282696"/>
            <a:ext cx="402336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33101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Issues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83480" y="35204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CORS policy + WS allowed origins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3895344"/>
            <a:ext cx="402336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9227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 Fanout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983480" y="41330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@Async + thread pool for group notification dispatch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FB"/>
          </a:solidFill>
          <a:ln w="12700">
            <a:solidFill>
              <a:srgbClr val="00C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560320"/>
            <a:ext cx="3200400" cy="3200400"/>
          </a:xfrm>
          <a:prstGeom prst="ellipse">
            <a:avLst/>
          </a:prstGeom>
          <a:solidFill>
            <a:srgbClr val="1A3A5C">
              <a:alpha val="60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1664208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core objectives achieved — a production-ready chat platform demonstrating full-stack expertise.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286000"/>
            <a:ext cx="1938528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0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WebSocket messaging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14600" y="2286000"/>
            <a:ext cx="1938528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2286000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Secure JWT authentication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2286000"/>
            <a:ext cx="1938528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286000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Group chats + presence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20840" y="2286000"/>
            <a:ext cx="1938528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2286000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Offline notifications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3017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3456432"/>
            <a:ext cx="3931920" cy="420624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45643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📩  Read receipts &amp; typing indicators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17720" y="3456432"/>
            <a:ext cx="3931920" cy="420624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345643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File/media sharing via AWS S3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959352"/>
            <a:ext cx="3931920" cy="420624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395935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PWA browser push notifications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3959352"/>
            <a:ext cx="3931920" cy="420624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27448" y="395935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 WebRTC voice &amp; video calls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4462272"/>
            <a:ext cx="3931920" cy="420624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" y="446227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End-to-end encryption (Signal Protocol)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4462272"/>
            <a:ext cx="3931920" cy="420624"/>
          </a:xfrm>
          <a:prstGeom prst="rect">
            <a:avLst/>
          </a:prstGeom>
          <a:solidFill>
            <a:srgbClr val="1B3A5C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7448" y="446227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Microservices + Kafka for scale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Chat Application</dc:title>
  <dc:subject>PptxGenJS Presentation</dc:subject>
  <dc:creator>Development Team</dc:creator>
  <cp:lastModifiedBy>Development Team</cp:lastModifiedBy>
  <cp:revision>1</cp:revision>
  <dcterms:created xsi:type="dcterms:W3CDTF">2026-02-20T22:10:08Z</dcterms:created>
  <dcterms:modified xsi:type="dcterms:W3CDTF">2026-02-20T22:10:08Z</dcterms:modified>
</cp:coreProperties>
</file>